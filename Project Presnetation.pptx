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2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50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93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07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32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73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18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66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0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37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13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20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91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593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016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047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26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1650FB2-C51D-459C-85F0-8F2666EC0D9E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AB0A5D7-DA90-45D0-8875-F0950C5EA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1275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1877290"/>
          </a:xfrm>
        </p:spPr>
        <p:txBody>
          <a:bodyPr/>
          <a:lstStyle/>
          <a:p>
            <a:pPr algn="ctr"/>
            <a:r>
              <a:rPr lang="ru-RU" dirty="0" smtClean="0"/>
              <a:t>Робот птица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073236" y="4777379"/>
            <a:ext cx="5907376" cy="1235493"/>
          </a:xfrm>
        </p:spPr>
        <p:txBody>
          <a:bodyPr/>
          <a:lstStyle/>
          <a:p>
            <a:r>
              <a:rPr lang="kk-KZ" dirty="0" smtClean="0"/>
              <a:t>Сарсебаева сабина, Тынышбай жулдыз, хасенова жасмин, молдахан жангелді</a:t>
            </a:r>
          </a:p>
          <a:p>
            <a:r>
              <a:rPr lang="kk-KZ" dirty="0" smtClean="0"/>
              <a:t>Компания </a:t>
            </a:r>
            <a:r>
              <a:rPr lang="en-US" dirty="0" smtClean="0"/>
              <a:t>“</a:t>
            </a:r>
            <a:r>
              <a:rPr lang="en-US" dirty="0" err="1" smtClean="0"/>
              <a:t>flytothestars</a:t>
            </a:r>
            <a:r>
              <a:rPr lang="en-US" dirty="0" smtClean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359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Информация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  <a:p>
            <a:r>
              <a:rPr lang="kk-KZ" dirty="0" smtClean="0"/>
              <a:t>Краткое описание</a:t>
            </a:r>
          </a:p>
          <a:p>
            <a:r>
              <a:rPr lang="kk-KZ" dirty="0" smtClean="0"/>
              <a:t>Анализ рынка</a:t>
            </a:r>
          </a:p>
          <a:p>
            <a:r>
              <a:rPr lang="kk-KZ" dirty="0" smtClean="0"/>
              <a:t>Плюс</a:t>
            </a:r>
            <a:r>
              <a:rPr lang="ru-RU" dirty="0" smtClean="0"/>
              <a:t>, минус</a:t>
            </a:r>
          </a:p>
          <a:p>
            <a:r>
              <a:rPr lang="ru-RU" dirty="0" smtClean="0"/>
              <a:t>Цель проекта</a:t>
            </a:r>
          </a:p>
          <a:p>
            <a:r>
              <a:rPr lang="ru-RU" dirty="0" smtClean="0"/>
              <a:t>Этап проекта</a:t>
            </a:r>
          </a:p>
          <a:p>
            <a:r>
              <a:rPr lang="ru-RU" dirty="0" smtClean="0"/>
              <a:t>Ответственные лицо</a:t>
            </a:r>
          </a:p>
          <a:p>
            <a:endParaRPr lang="kk-KZ" dirty="0" smtClean="0"/>
          </a:p>
          <a:p>
            <a:endParaRPr lang="kk-KZ" dirty="0" smtClean="0"/>
          </a:p>
        </p:txBody>
      </p:sp>
    </p:spTree>
    <p:extLst>
      <p:ext uri="{BB962C8B-B14F-4D97-AF65-F5344CB8AC3E}">
        <p14:creationId xmlns:p14="http://schemas.microsoft.com/office/powerpoint/2010/main" val="398246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2514600"/>
            <a:ext cx="4913023" cy="3193474"/>
          </a:xfrm>
        </p:spPr>
        <p:txBody>
          <a:bodyPr/>
          <a:lstStyle/>
          <a:p>
            <a:r>
              <a:rPr lang="ru-RU" dirty="0" smtClean="0"/>
              <a:t>Робот – птица – воздушное судно, </a:t>
            </a:r>
            <a:r>
              <a:rPr lang="ru-RU" dirty="0">
                <a:effectLst/>
              </a:rPr>
              <a:t>которое поддерживается в полёте в основном за счёт </a:t>
            </a:r>
            <a:r>
              <a:rPr lang="ru-RU" dirty="0" smtClean="0">
                <a:effectLst/>
              </a:rPr>
              <a:t>потоков</a:t>
            </a:r>
            <a:r>
              <a:rPr lang="ru-RU" dirty="0" smtClean="0">
                <a:effectLst/>
              </a:rPr>
              <a:t> </a:t>
            </a:r>
            <a:r>
              <a:rPr lang="ru-RU" dirty="0">
                <a:effectLst/>
              </a:rPr>
              <a:t>воздуха </a:t>
            </a:r>
            <a:r>
              <a:rPr lang="ru-RU" dirty="0" smtClean="0">
                <a:effectLst/>
              </a:rPr>
              <a:t>взаимодействующих</a:t>
            </a:r>
            <a:r>
              <a:rPr lang="ru-RU" dirty="0" smtClean="0">
                <a:effectLst/>
              </a:rPr>
              <a:t> на поверхности его крыльев</a:t>
            </a:r>
            <a:r>
              <a:rPr lang="ru-RU" dirty="0" smtClean="0">
                <a:effectLst/>
              </a:rPr>
              <a:t>, </a:t>
            </a:r>
            <a:r>
              <a:rPr lang="ru-RU" dirty="0">
                <a:effectLst/>
              </a:rPr>
              <a:t>которым придаётся маховое движение</a:t>
            </a: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514" y="872836"/>
            <a:ext cx="4762500" cy="2657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514" y="3768435"/>
            <a:ext cx="4762500" cy="27973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849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нашей команды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Доказать, что робот-птица лучше чем квадр</a:t>
            </a:r>
            <a:r>
              <a:rPr lang="kk-KZ" dirty="0"/>
              <a:t>о</a:t>
            </a:r>
            <a:r>
              <a:rPr lang="ru-RU" dirty="0" err="1" smtClean="0"/>
              <a:t>коптер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Машинное обучение робот-птица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17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21.09 – 4.10 – Создание макетов и заказ запчастей</a:t>
            </a:r>
          </a:p>
          <a:p>
            <a:r>
              <a:rPr lang="ru-RU" dirty="0" smtClean="0"/>
              <a:t>5.10 – 30.11 – Сборка птица и тест </a:t>
            </a:r>
            <a:r>
              <a:rPr lang="ru-RU" dirty="0" smtClean="0"/>
              <a:t>драйв и </a:t>
            </a:r>
            <a:r>
              <a:rPr lang="ru-RU" dirty="0" smtClean="0"/>
              <a:t>параллельно </a:t>
            </a:r>
            <a:r>
              <a:rPr lang="ru-RU" dirty="0" smtClean="0"/>
              <a:t>будем </a:t>
            </a:r>
            <a:r>
              <a:rPr lang="ru-RU" dirty="0" smtClean="0"/>
              <a:t>работать с камерой   </a:t>
            </a:r>
          </a:p>
          <a:p>
            <a:r>
              <a:rPr lang="ru-RU" dirty="0" smtClean="0"/>
              <a:t>Весь декабрь программное </a:t>
            </a:r>
            <a:r>
              <a:rPr lang="ru-RU" dirty="0" smtClean="0"/>
              <a:t>обеспечение</a:t>
            </a:r>
          </a:p>
          <a:p>
            <a:r>
              <a:rPr lang="ru-RU" dirty="0" smtClean="0"/>
              <a:t>Разработка приложение и публикация на </a:t>
            </a:r>
            <a:r>
              <a:rPr lang="en-US" dirty="0" smtClean="0"/>
              <a:t>Play Market</a:t>
            </a:r>
            <a:endParaRPr lang="kk-KZ" dirty="0" smtClean="0"/>
          </a:p>
          <a:p>
            <a:r>
              <a:rPr lang="kk-KZ" dirty="0" smtClean="0"/>
              <a:t>Рекламный сайт нашего проекта или продукта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0004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Ответственные лица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787237"/>
            <a:ext cx="10274732" cy="4003964"/>
          </a:xfrm>
        </p:spPr>
        <p:txBody>
          <a:bodyPr/>
          <a:lstStyle/>
          <a:p>
            <a:r>
              <a:rPr lang="kk-KZ" dirty="0" smtClean="0"/>
              <a:t>Молдахан Жангелді </a:t>
            </a:r>
            <a:r>
              <a:rPr lang="ru-RU" dirty="0" smtClean="0"/>
              <a:t>– Робототехника</a:t>
            </a:r>
            <a:endParaRPr lang="en-US" dirty="0" smtClean="0"/>
          </a:p>
          <a:p>
            <a:pPr lvl="1"/>
            <a:r>
              <a:rPr lang="en-US" dirty="0" err="1" smtClean="0"/>
              <a:t>Opencv</a:t>
            </a:r>
            <a:r>
              <a:rPr lang="en-US" dirty="0" smtClean="0"/>
              <a:t>, </a:t>
            </a:r>
            <a:r>
              <a:rPr lang="en-US" dirty="0" err="1" smtClean="0"/>
              <a:t>autocad</a:t>
            </a:r>
            <a:r>
              <a:rPr lang="en-US" dirty="0" smtClean="0"/>
              <a:t>, </a:t>
            </a:r>
            <a:r>
              <a:rPr lang="kk-KZ" dirty="0" smtClean="0"/>
              <a:t>физика = кинематика, механика и электроника</a:t>
            </a:r>
            <a:endParaRPr lang="ru-RU" dirty="0" smtClean="0"/>
          </a:p>
          <a:p>
            <a:r>
              <a:rPr lang="ru-RU" dirty="0" err="1" smtClean="0"/>
              <a:t>Тынышбай</a:t>
            </a:r>
            <a:r>
              <a:rPr lang="ru-RU" dirty="0" smtClean="0"/>
              <a:t> Жулдыз – </a:t>
            </a:r>
            <a:r>
              <a:rPr lang="en-US" dirty="0" smtClean="0"/>
              <a:t>Web</a:t>
            </a:r>
            <a:r>
              <a:rPr lang="ru-RU" dirty="0" smtClean="0"/>
              <a:t>-разработка и</a:t>
            </a:r>
            <a:r>
              <a:rPr lang="en-US" dirty="0" smtClean="0"/>
              <a:t> </a:t>
            </a:r>
            <a:r>
              <a:rPr lang="kk-KZ" dirty="0" smtClean="0"/>
              <a:t>мобильный приложения</a:t>
            </a:r>
          </a:p>
          <a:p>
            <a:pPr lvl="1"/>
            <a:r>
              <a:rPr lang="en-US" dirty="0" smtClean="0"/>
              <a:t>React, </a:t>
            </a:r>
            <a:r>
              <a:rPr lang="en-US" dirty="0" err="1" smtClean="0"/>
              <a:t>axure</a:t>
            </a:r>
            <a:r>
              <a:rPr lang="en-US" dirty="0" smtClean="0"/>
              <a:t>, gulp</a:t>
            </a:r>
            <a:endParaRPr lang="kk-KZ" dirty="0" smtClean="0"/>
          </a:p>
          <a:p>
            <a:r>
              <a:rPr lang="kk-KZ" dirty="0" smtClean="0"/>
              <a:t>Хасенова Жасмин  </a:t>
            </a:r>
            <a:r>
              <a:rPr lang="ru-RU" dirty="0" smtClean="0"/>
              <a:t>–</a:t>
            </a:r>
            <a:r>
              <a:rPr lang="en-US" dirty="0" smtClean="0"/>
              <a:t> </a:t>
            </a:r>
            <a:r>
              <a:rPr lang="kk-KZ" dirty="0" smtClean="0"/>
              <a:t>Компьютерное моделирование</a:t>
            </a:r>
            <a:r>
              <a:rPr lang="en-US" dirty="0" smtClean="0"/>
              <a:t> </a:t>
            </a:r>
            <a:r>
              <a:rPr lang="kk-KZ" dirty="0" smtClean="0"/>
              <a:t>и программное обеспечение</a:t>
            </a:r>
            <a:endParaRPr lang="en-US" dirty="0" smtClean="0"/>
          </a:p>
          <a:p>
            <a:pPr lvl="1"/>
            <a:r>
              <a:rPr lang="en-US" dirty="0" err="1" smtClean="0"/>
              <a:t>autocad</a:t>
            </a:r>
            <a:r>
              <a:rPr lang="en-US" dirty="0" smtClean="0"/>
              <a:t>, designer, </a:t>
            </a:r>
            <a:r>
              <a:rPr lang="en-US" dirty="0" err="1" smtClean="0"/>
              <a:t>opencv</a:t>
            </a:r>
            <a:endParaRPr lang="ru-RU" dirty="0" smtClean="0"/>
          </a:p>
          <a:p>
            <a:r>
              <a:rPr lang="kk-KZ" dirty="0" smtClean="0"/>
              <a:t>Сарсебаева Сабина </a:t>
            </a:r>
            <a:r>
              <a:rPr lang="ru-RU" dirty="0"/>
              <a:t>- программное обеспечение </a:t>
            </a:r>
            <a:r>
              <a:rPr lang="ru-RU" dirty="0" smtClean="0"/>
              <a:t>робота</a:t>
            </a:r>
            <a:endParaRPr lang="en-US" dirty="0" smtClean="0"/>
          </a:p>
          <a:p>
            <a:pPr lvl="1"/>
            <a:r>
              <a:rPr lang="en-US" dirty="0" err="1" smtClean="0"/>
              <a:t>Opencv</a:t>
            </a:r>
            <a:r>
              <a:rPr lang="en-US" dirty="0" smtClean="0"/>
              <a:t>, python = raspberry or </a:t>
            </a:r>
            <a:r>
              <a:rPr lang="en-US" dirty="0" err="1" smtClean="0"/>
              <a:t>arduino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07241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Сетка</Template>
  <TotalTime>468</TotalTime>
  <Words>173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Сетка</vt:lpstr>
      <vt:lpstr>Робот птица</vt:lpstr>
      <vt:lpstr>Информация</vt:lpstr>
      <vt:lpstr>Описание</vt:lpstr>
      <vt:lpstr>Цель нашей команды</vt:lpstr>
      <vt:lpstr>Этап проекта</vt:lpstr>
      <vt:lpstr>Ответственные лица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Дипломные идеи</dc:title>
  <dc:creator>Admin</dc:creator>
  <cp:lastModifiedBy>Admin</cp:lastModifiedBy>
  <cp:revision>22</cp:revision>
  <dcterms:created xsi:type="dcterms:W3CDTF">2020-09-13T06:37:57Z</dcterms:created>
  <dcterms:modified xsi:type="dcterms:W3CDTF">2020-09-15T18:25:22Z</dcterms:modified>
</cp:coreProperties>
</file>